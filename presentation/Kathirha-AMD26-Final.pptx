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العنوان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المحتويات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أعضاء الفريق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المشكلة وحلها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وصف الفكرة وموائمة المسار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البيانات المستخدمة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توفير البيانات واستخدامها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التقنيات المستخدمة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الاختبار والتحقق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العرض التوضيحي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التحديات والخطط المستقبلية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شكرا لكم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youtube.com/shorts/1joiq8Bl7Q4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hlinkClick r:id="rId4"/>
          </p:cNvPr>
          <p:cNvSpPr txBox="1"/>
          <p:nvPr/>
        </p:nvSpPr>
        <p:spPr>
          <a:xfrm>
            <a:off x="609584" y="247649"/>
            <a:ext cx="1190595" cy="1428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