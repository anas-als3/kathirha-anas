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العنوان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المحتويات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أعضاء الفريق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المشكلة وحلها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وصف الفكرة وموائمة المسار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البيانات المستخدمة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توفير البيانات واستخدامها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التقنيات المستخدمة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الاختبار والتحقق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العرض التوضيحي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التحديات والخطط المستقبلية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شكرا لكم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youtube.com/shorts/1joiq8Bl7Q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609584" y="247649"/>
            <a:ext cx="1190595" cy="142875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